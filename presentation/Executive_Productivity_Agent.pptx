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 in one line: an executive's commitments are scattered across channels, dates drift, and ownership gets lost. The agent turns that into one grounded, time-aware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numbers, then the vendor list example: it's the clearest case of why de-duplication and deadline tracking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requirements quickly; each maps to a UI area and a test in test/agent.test.js.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stages. Emphasise: the LLM consumes the engine via tools; it cannot invent owners or dates. Source: src/engine/*.js and src/llm/claude-agent.js.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in docs/INPUTS_AND_ASSUMPTIONS.md. Call out the T2.E4 transcription assumption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de-duplication and deadline story in one picture. The UI drawer shows exactly this timeline with clickable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here. Click the vendor list to open the evidence drawer; switch days to show time travel.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detected: 'Quick Call with Arjun' Tue 9 AM on Divya's calendar but not Arjun's; replies owed to Raghav.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docs/AI_TOOLS_USED.md. Add any other tools you used during the 6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&lt;you&gt; with your GitHub username and paste the Drive link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FACTORY  |  AIONOS  ·  ASSIGNMENT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Productivity Agent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messy week of meetings, emails, voice notes and calendars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one daily action brief Arjun can trust.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343400"/>
            <a:ext cx="2052828" cy="384048"/>
          </a:xfrm>
          <a:prstGeom prst="roundRect">
            <a:avLst>
              <a:gd name="adj" fmla="val 47619"/>
            </a:avLst>
          </a:prstGeom>
          <a:solidFill>
            <a:srgbClr val="2A2E37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343400"/>
            <a:ext cx="2052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register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1508" y="4343400"/>
            <a:ext cx="1572768" cy="384048"/>
          </a:xfrm>
          <a:prstGeom prst="roundRect">
            <a:avLst>
              <a:gd name="adj" fmla="val 47619"/>
            </a:avLst>
          </a:prstGeom>
          <a:solidFill>
            <a:srgbClr val="2A2E37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1508" y="43434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Deadline-aware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31436" y="4343400"/>
            <a:ext cx="1476756" cy="384048"/>
          </a:xfrm>
          <a:prstGeom prst="roundRect">
            <a:avLst>
              <a:gd name="adj" fmla="val 47619"/>
            </a:avLst>
          </a:prstGeom>
          <a:solidFill>
            <a:srgbClr val="2A2E37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1436" y="434340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4343400"/>
            <a:ext cx="1956816" cy="384048"/>
          </a:xfrm>
          <a:prstGeom prst="roundRect">
            <a:avLst>
              <a:gd name="adj" fmla="val 47619"/>
            </a:avLst>
          </a:prstGeom>
          <a:solidFill>
            <a:srgbClr val="2A2E37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45352" y="434340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owners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39328" y="4343400"/>
            <a:ext cx="1956816" cy="384048"/>
          </a:xfrm>
          <a:prstGeom prst="roundRect">
            <a:avLst>
              <a:gd name="adj" fmla="val 47619"/>
            </a:avLst>
          </a:prstGeom>
          <a:solidFill>
            <a:srgbClr val="2A2E37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39328" y="434340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every source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8F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Arjun Malhotra, VP Sales · Week of Mon 21 – Fri 25 Sep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one week, four channels, no single truth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agent knows comes from the data pack — nothing else.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Sync, Mon 9:00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920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threads × 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920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Arjun, to himself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17830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89720" y="19202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entries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people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64240" cy="2240280"/>
          </a:xfrm>
          <a:prstGeom prst="roundRect">
            <a:avLst>
              <a:gd name="adj" fmla="val 3265"/>
            </a:avLst>
          </a:prstGeom>
          <a:solidFill>
            <a:srgbClr val="FCEEE8"/>
          </a:solidFill>
          <a:ln w="12700">
            <a:solidFill>
              <a:srgbClr val="FCEE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069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the vendor list for Raghav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526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promise shows up in 7 places with 4 different dates: </a:t>
            </a:r>
            <a:pPr indent="0" marL="0">
              <a:buNone/>
            </a:pPr>
            <a:r>
              <a:rPr lang="en-US" sz="15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"end of day tomorrow" (meeting) → "today?" (Raghav) → "first thing tomorrow morning" (email) → "might slip to tomorrow morning" (voice note) → "tomorrow (Wednesday) morning for sure" (email) → "still good for this morning?" (Raghav, no reply).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2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 the Mumbai lease has nobody signing it off, and the deck review is booked on top of board prep.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 · 2/10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— mapped to the brief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has a matching acceptance test (13/13 passing).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84832"/>
            <a:ext cx="640080" cy="64008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Identifies commitments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048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acts on every clause: "I'll", "I'd", "I owe", "can you…".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84832"/>
            <a:ext cx="640080" cy="64008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 vs waiting on others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4048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= Arjun → my action. Named owner → waiting. None → needs owner.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547872"/>
            <a:ext cx="640080" cy="64008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Deadlines &amp; overdue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38679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dates resolved; countdown from the chosen "as of" moment.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2461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547872"/>
            <a:ext cx="640080" cy="64008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De-duplicates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8679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commitment per (topic, owner, kind) — 7 sources → 1 item.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010912"/>
            <a:ext cx="640080" cy="64008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 unclear ownership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691640" y="5330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who disclaimed and who was suggested. Never assigns.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72200" y="470916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5010912"/>
            <a:ext cx="640080" cy="64008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brief + Q&amp;A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53309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priorities, annotated calendar, cited answers.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 · 3/10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process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core · optional Claude tool-use layer on top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463040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463040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4144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1463040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09981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58184"/>
            <a:ext cx="1463040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5818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1783080"/>
            <a:ext cx="1645920" cy="2487168"/>
          </a:xfrm>
          <a:prstGeom prst="roundRect">
            <a:avLst>
              <a:gd name="adj" fmla="val 4444"/>
            </a:avLst>
          </a:prstGeom>
          <a:solidFill>
            <a:srgbClr val="EEF1FD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5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Ingest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→ 71 citable clauses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995928" y="3026664"/>
            <a:ext cx="146304" cy="0"/>
          </a:xfrm>
          <a:prstGeom prst="line">
            <a:avLst/>
          </a:prstGeom>
          <a:noFill/>
          <a:ln w="19050">
            <a:solidFill>
              <a:srgbClr val="7B80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1783080"/>
            <a:ext cx="1645920" cy="2487168"/>
          </a:xfrm>
          <a:prstGeom prst="roundRect">
            <a:avLst>
              <a:gd name="adj" fmla="val 4444"/>
            </a:avLst>
          </a:prstGeom>
          <a:solidFill>
            <a:srgbClr val="EEF1FD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5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Extract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· speech acts · people · deadline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24728" y="3026664"/>
            <a:ext cx="146304" cy="0"/>
          </a:xfrm>
          <a:prstGeom prst="line">
            <a:avLst/>
          </a:prstGeom>
          <a:noFill/>
          <a:ln w="19050">
            <a:solidFill>
              <a:srgbClr val="7B80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89320" y="1783080"/>
            <a:ext cx="1645920" cy="2487168"/>
          </a:xfrm>
          <a:prstGeom prst="roundRect">
            <a:avLst>
              <a:gd name="adj" fmla="val 4444"/>
            </a:avLst>
          </a:prstGeom>
          <a:solidFill>
            <a:srgbClr val="EEF1FD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5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Reason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to as-of · merge by topic + owner + kind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53528" y="3026664"/>
            <a:ext cx="146304" cy="0"/>
          </a:xfrm>
          <a:prstGeom prst="line">
            <a:avLst/>
          </a:prstGeom>
          <a:noFill/>
          <a:ln w="19050">
            <a:solidFill>
              <a:srgbClr val="7B80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18120" y="1783080"/>
            <a:ext cx="1645920" cy="2487168"/>
          </a:xfrm>
          <a:prstGeom prst="roundRect">
            <a:avLst>
              <a:gd name="adj" fmla="val 4444"/>
            </a:avLst>
          </a:prstGeom>
          <a:solidFill>
            <a:srgbClr val="EEF1FD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5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Check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Clashes · missing entries · unowned · at-risk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82328" y="3026664"/>
            <a:ext cx="146304" cy="0"/>
          </a:xfrm>
          <a:prstGeom prst="line">
            <a:avLst/>
          </a:prstGeom>
          <a:noFill/>
          <a:ln w="19050">
            <a:solidFill>
              <a:srgbClr val="7B80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46920" y="1783080"/>
            <a:ext cx="1645920" cy="2487168"/>
          </a:xfrm>
          <a:prstGeom prst="roundRect">
            <a:avLst>
              <a:gd name="adj" fmla="val 4444"/>
            </a:avLst>
          </a:prstGeom>
          <a:solidFill>
            <a:srgbClr val="EEF1FD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840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55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Brief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784080" y="237744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· calendar · mine / waiting / owner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029968" y="3026664"/>
            <a:ext cx="274320" cy="0"/>
          </a:xfrm>
          <a:prstGeom prst="line">
            <a:avLst/>
          </a:prstGeom>
          <a:noFill/>
          <a:ln w="19050">
            <a:solidFill>
              <a:srgbClr val="7B808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331720" y="4572000"/>
            <a:ext cx="8961120" cy="1417320"/>
          </a:xfrm>
          <a:prstGeom prst="roundRect">
            <a:avLst>
              <a:gd name="adj" fmla="val 5161"/>
            </a:avLst>
          </a:prstGeom>
          <a:solidFill>
            <a:srgbClr val="FCEEE8"/>
          </a:solidFill>
          <a:ln w="12700">
            <a:solidFill>
              <a:srgbClr val="FCEE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06040" y="47091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Claude tool-use agent (claude-opus-5)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2606040" y="5074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questions → Claude calls get_daily_brief · list_commitments · get_commitment · get_calendar · list_flags · search_sources over the same engine, then answers with [source ids]. The engine is its only source of truth.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6177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browser, Node CLI or server. No API key needed for the core.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 · 4/10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sources &amp; assumptions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word for word into data/sources.js — every output cites ids like T1.E4, MTG1.U3, VN1, CAL.arjun.8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49377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Resolves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12:00 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day / "by Wednesday"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6:00 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6:00 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board prep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of that event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you at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3:00 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856232"/>
            <a:ext cx="384048" cy="384048"/>
          </a:xfrm>
          <a:prstGeom prst="ellipse">
            <a:avLst/>
          </a:prstGeom>
          <a:solidFill>
            <a:srgbClr val="3B55E6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783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084832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"Today" = the as-of moment you choose. The agent only uses statements made by then.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0" y="2715768"/>
            <a:ext cx="384048" cy="384048"/>
          </a:xfrm>
          <a:prstGeom prst="ellipse">
            <a:avLst/>
          </a:prstGeom>
          <a:solidFill>
            <a:srgbClr val="3B55E6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6426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944368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Arjun's own statements. A private note never relaxes a promise made to someone else.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0" y="3575304"/>
            <a:ext cx="384048" cy="384048"/>
          </a:xfrm>
          <a:prstGeom prst="ellipse">
            <a:avLst/>
          </a:prstGeom>
          <a:solidFill>
            <a:srgbClr val="3B55E6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35021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803904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addressee owns it. Commitment → speaker owns it. A suggestion is only a candidate.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4434840"/>
            <a:ext cx="384048" cy="384048"/>
          </a:xfrm>
          <a:prstGeom prst="ellipse">
            <a:avLst/>
          </a:prstGeom>
          <a:solidFill>
            <a:srgbClr val="3B55E6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4361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466344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clock time wins over other dates; otherwise the last date that isn't negated ("not Thursday").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43600" y="5294376"/>
            <a:ext cx="384048" cy="384048"/>
          </a:xfrm>
          <a:prstGeom prst="ellipse">
            <a:avLst/>
          </a:prstGeom>
          <a:solidFill>
            <a:srgbClr val="3B55E6"/>
          </a:solidFill>
          <a:ln w="12700">
            <a:solidFill>
              <a:srgbClr val="3B55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52212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552297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T2.E4 breaks across pages. Read as "9:30 AM Thursday", which matches T2.E5 and Neha's calendar.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 · 5/10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De-duplication &amp; deadlines: 7 sources → 1 commitment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Raghav the updated vendor list" — owner: Arjun · for: Raghav · status as of Thu 8:30 AM: OVERDUE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32688" y="1874520"/>
            <a:ext cx="0" cy="4206240"/>
          </a:xfrm>
          <a:prstGeom prst="line">
            <a:avLst/>
          </a:prstGeom>
          <a:noFill/>
          <a:ln w="25400">
            <a:solidFill>
              <a:srgbClr val="E3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55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9:00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01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8013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get that to him by end of day tomorrow."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1801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6:00 PM · promised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2459736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55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2414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9:50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4140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Raghav: "can you send … today?"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414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6:00 PM · requested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" y="3072384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55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3026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5:40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026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0266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send first thing tomorrow morning instead."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026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9:00 AM · revised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3685032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55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88720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6:40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3639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"might slip to tomorrow morning"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self-note · doesn't relax 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" y="42976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55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88720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9:15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017520" y="4251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Raghav: "whenever … today works."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6:00 PM · agreed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" y="4910328"/>
            <a:ext cx="182880" cy="182880"/>
          </a:xfrm>
          <a:prstGeom prst="ellipse">
            <a:avLst/>
          </a:prstGeom>
          <a:solidFill>
            <a:srgbClr val="E8663C"/>
          </a:solidFill>
          <a:ln w="25400">
            <a:solidFill>
              <a:srgbClr val="E866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88720" y="4864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6:30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48646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017520" y="48646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"by tomorrow (Wednesday) morning for sure."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4864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12:00 PM · effective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1248" y="5522976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55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88720" y="54772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8:45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2194560" y="5477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017520" y="54772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Raghav: "still good for this morning?"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5477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chaser · reply owed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12680" y="1737360"/>
            <a:ext cx="1600200" cy="4206240"/>
          </a:xfrm>
          <a:prstGeom prst="roundRect">
            <a:avLst>
              <a:gd name="adj" fmla="val 4571"/>
            </a:avLst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14984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0" y="21945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(topic,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owner,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kind)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0" y="3337560"/>
            <a:ext cx="1371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 = latest firm statement.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private notes don't override a promise.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 · 6/10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daily brief — Thu 24 Sep, 8:30 AM</a:t>
            </a:r>
            <a:endParaRPr lang="en-US" sz="3200" dirty="0"/>
          </a:p>
        </p:txBody>
      </p:sp>
      <p:pic>
        <p:nvPicPr>
          <p:cNvPr id="3" name="Image 0" descr="C:\Users\anmol\AppData\Local\Temp\claude\C--Users-anmol-OneDrive-Desktop-agentic-ai\9d3c56a1-c467-4d91-b1f3-517791240a1f\scratchpad\ui-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242048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92440" y="1252728"/>
            <a:ext cx="384048" cy="384048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first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58191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 overdue → Mumbai lease has no owner → 9:30 clash → two reviews before 9:00 / 9:30.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92440" y="2514600"/>
            <a:ext cx="384048" cy="384048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496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calendar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84378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Striped slot = agreed by email but not on Arjun's calendar.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92440" y="3776472"/>
            <a:ext cx="384048" cy="384048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924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37581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410565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day/time: the agent only knows what had happened by then.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92440" y="5038344"/>
            <a:ext cx="384048" cy="384048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2440" y="5038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5020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53675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did I promise Raghav?" · "What needs action today?"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 · 7/10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Flags: what a good chief of staff would catch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cites its sources. None of them invents an owner or a date.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75688"/>
            <a:ext cx="310896" cy="310896"/>
          </a:xfrm>
          <a:prstGeom prst="ellipse">
            <a:avLst/>
          </a:prstGeom>
          <a:solidFill>
            <a:srgbClr val="7A3FC7"/>
          </a:solidFill>
          <a:ln w="12700">
            <a:solidFill>
              <a:srgbClr val="7A3F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2029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owner · Mumbai lease sign-off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Fri 25 Sep, 6 PM. Disclaimed by Arjun and Divya. Facilities was suggested but never confirmed. The agent refuses to assign it and suggests raising it at Friday's 10 AM Facilities check-in.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2075688"/>
            <a:ext cx="310896" cy="310896"/>
          </a:xfrm>
          <a:prstGeom prst="ellipse">
            <a:avLst/>
          </a:prstGeom>
          <a:solidFill>
            <a:srgbClr val="C2352B"/>
          </a:solidFill>
          <a:ln w="12700">
            <a:solidFill>
              <a:srgbClr val="C235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03720" y="2029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clash · Thu 9:30 AM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5146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set the deck review inside Board Prep (9–10 AM). It's on Neha's calendar, not Arjun's.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315968"/>
            <a:ext cx="310896" cy="310896"/>
          </a:xfrm>
          <a:prstGeom prst="ellipse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42702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risk · expense report (Mon–Tue)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754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Divya's email target was "Thursday morning", after the 9 AM board prep it was needed for. The flag cleared once she agreed to Wednesday evening.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4315968"/>
            <a:ext cx="310896" cy="310896"/>
          </a:xfrm>
          <a:prstGeom prst="ellipse">
            <a:avLst/>
          </a:prstGeom>
          <a:solidFill>
            <a:srgbClr val="217A4B"/>
          </a:solidFill>
          <a:ln w="12700">
            <a:solidFill>
              <a:srgbClr val="217A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42702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reminder · Meridian call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4754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VN2 (Wed 8:15): "I owe Priya a time". Priya had already confirmed Wed 3 PM on Tue 5:45 PM, so it's de-duplicated and not reopened.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 · 8/10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used — and how the output is kept honest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44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(Claude Opus 5)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the data pack from photos. Helped design and write the engine, UI, tests, docs and this deck. All checked against the printout and the tests.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658368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44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 · claude-opus-5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6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 (optional)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agent for free-form questions. It calls 6 tools over the engine, answers with [source ids], and the UI shows which tools it called.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280160"/>
            <a:ext cx="4160520" cy="4663440"/>
          </a:xfrm>
          <a:prstGeom prst="roundRect">
            <a:avLst>
              <a:gd name="adj" fmla="val 1758"/>
            </a:avLst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26680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 passing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8346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test: every citation id and deadline phrase exists word for word in the sources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come only from explicit requests or commitments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gives the same brief every time, with no API key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reads the data through tools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LLM-only? It gives different answers each run, it's harder to audit, and it's more likely to guess an owner for the lease. The LLM adds flexibility where it's useful: open-ended questions.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8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Productivity Agent · 9/10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· demo · 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252932"/>
          </a:solidFill>
          <a:ln w="12700">
            <a:solidFill>
              <a:srgbClr val="3439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start → localhost:3000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double-click index.html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· npm run brief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mode: npm install + ANTHROPIC_API_KEY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4173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252932"/>
          </a:solidFill>
          <a:ln w="12700">
            <a:solidFill>
              <a:srgbClr val="3439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github.com/&lt;you&gt;/executive-productivity-agent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Hosted: GitHub Pages (static)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Google Drive (anyone with link)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252932"/>
          </a:solidFill>
          <a:ln w="12700">
            <a:solidFill>
              <a:srgbClr val="3439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E8663C"/>
          </a:solidFill>
          <a:ln w="12700">
            <a:solidFill>
              <a:srgbClr val="E866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3774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 into the same schema, keeping the grounding check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/ calendar / speech-to-text connectors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5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replies and calendar fixes for one-click approval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6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Productivity Agent</dc:title>
  <dc:subject>PptxGenJS Presentation</dc:subject>
  <dc:creator>PptxGenJS</dc:creator>
  <cp:lastModifiedBy>PptxGenJS</cp:lastModifiedBy>
  <cp:revision>1</cp:revision>
  <dcterms:created xsi:type="dcterms:W3CDTF">2026-09-18T05:19:15Z</dcterms:created>
  <dcterms:modified xsi:type="dcterms:W3CDTF">2026-09-18T05:19:15Z</dcterms:modified>
</cp:coreProperties>
</file>